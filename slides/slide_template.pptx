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0319"/>
    <a:srgbClr val="A40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0"/>
    <p:restoredTop sz="94658"/>
  </p:normalViewPr>
  <p:slideViewPr>
    <p:cSldViewPr snapToGrid="0">
      <p:cViewPr varScale="1">
        <p:scale>
          <a:sx n="120" d="100"/>
          <a:sy n="120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A48A8-49D1-6046-B97E-8691BA85F156}" type="datetimeFigureOut">
              <a:rPr lang="en-VN" smtClean="0"/>
              <a:t>30/5/26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B6F8E-AB5C-E84D-8592-7C125328401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2858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A6E0-3EDA-9225-AF9D-9EB1942A8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5EB78-EBBC-2F05-8AAE-D0EA1F71C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E6AB7-5181-6F65-6E93-F309CA11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C6234-76F0-F307-933E-1D92B51A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A8AD6-BEE7-72F9-BA60-EED0F5A7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761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6E31-F55E-5939-BCC5-710507F7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3133B-4EB4-0031-D420-CECF076D7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42CC3A0-4CB8-0886-7E1E-FA15340164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dirty="0"/>
              <a:t>30/5/26</a:t>
            </a:r>
            <a:endParaRPr lang="en-VN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461771F-02E1-8F18-F5B1-7D6F2EB4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endParaRPr lang="en-VN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985F6E-72AA-073E-A51C-36A0283E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173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3311-F5D0-D4E8-4B5E-A1239213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8FD3B-EA36-E070-4A29-73E1CBB2D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DB1B6FF-257B-BDFC-A218-D09B12A4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F667C80-A7DB-FB97-0867-8CF33F5E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EDD13F2-A2DB-F86A-7802-383B6A7B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609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F015-5E02-AD1F-5697-112903EA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A6586-D7B8-3485-B140-FA23FDDED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A2FCC-AA1B-6E91-446C-003AC251C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0DD2A04-5C6C-FB0A-3BA3-B7175791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3728CC0-11C6-992C-20F0-AAD1F405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3C6A1DA-9805-638C-7A59-633BE94D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52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8ADF-785E-08BB-963E-47C0DAEF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24E0F-0CAA-6E18-AFD9-0483FB13D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0CE75-F704-421F-588F-3E0FBBAF6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181E2-42AD-FD76-860D-E7FAE508A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112B6-3180-C3C3-BA13-F85BA1432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8C4FD53-5139-F0B3-98E2-CE0F2697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8F5F82F-1CA6-F47F-7E61-7842E4F9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1DCAD8-AB8F-AE76-2460-3BE1C0A2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63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5DB3-8C45-5842-BB1E-AF736771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A7DB76-D387-E812-8DE8-1B70F73D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C0651B1-372B-5D56-C56E-7A38CF38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D2E318-BBF2-2A6C-A698-B6D9BC3F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9FD236-7835-A29E-8F6C-A1E455EA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2E8EEE-75EE-B92B-68B4-BF8EB1C1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18354E-129A-01D6-B62C-52346886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88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3428-4ABD-D80F-D029-365D2A40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89C4-F523-D234-0646-07C777F37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703CD-B3D4-86D6-8C78-25BFFA2EB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8A5FC6D-483E-3C11-387C-9B2AC9BB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2D692FD-770C-93FB-D7FE-A6862E2CA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33114C-22A9-E357-A32D-9E24D8CD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87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7D63-C8F9-A7A3-A0B2-6B7FC763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1535F-0370-011F-2C9E-6E88F9D0E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92086-A932-4969-32DF-C20A423DC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00B15B-D2F6-A1F4-45D7-C2D7FAF3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B8BA7A5-9B3F-72A0-198E-E4062D78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23AD94C-4F1D-D071-D12B-1E04CDF0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9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F475-CFB4-9526-AFB3-C0279FDA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B5BB9-171F-1EFA-FD57-C4ACC5E6A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E96CA81-2005-3C9E-CC0B-C258421C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954F5D-4BA3-1C2B-5CDF-FE93AD86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13FC827-FAA6-BFE2-20F7-0D8B9B03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528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BCA734-5ECA-9C99-EFBC-58E6667AA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80A1F-E975-45DB-9904-6B0DDF9ED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B84D84-7633-D3D9-1099-03FD9219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30/5/26</a:t>
            </a:r>
            <a:endParaRPr lang="en-VN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5FB68B5-46CA-ABA3-66CA-4C341246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61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392957E-61FE-6F63-D1B3-1DFBB17A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61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426BD0-74B8-BC43-AB5C-FACF61F58C39}" type="slidenum">
              <a:rPr lang="en-VN" smtClean="0"/>
              <a:pPr/>
              <a:t>‹#›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82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4083A-4BAF-8281-481D-045DDA03E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3094-F46B-946E-57A3-B99888164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98F45-2C97-AEA1-98C7-9D5AE4D11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30/5/26</a:t>
            </a:r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B375C-746A-19F3-888E-E7F8971A2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5586-6FD6-3A4B-EC41-B65684FD0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26BD0-74B8-BC43-AB5C-FACF61F58C39}" type="slidenum">
              <a:rPr lang="en-VN" smtClean="0"/>
              <a:t>‹#›</a:t>
            </a:fld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3ECD-0C77-4110-F37E-D5969034D1AD}"/>
              </a:ext>
            </a:extLst>
          </p:cNvPr>
          <p:cNvSpPr/>
          <p:nvPr userDrawn="1"/>
        </p:nvSpPr>
        <p:spPr>
          <a:xfrm>
            <a:off x="0" y="6312047"/>
            <a:ext cx="12192000" cy="544512"/>
          </a:xfrm>
          <a:prstGeom prst="rect">
            <a:avLst/>
          </a:prstGeom>
          <a:solidFill>
            <a:srgbClr val="8C0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2010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nter Medium" panose="02000503000000020004" pitchFamily="2" charset="0"/>
          <a:ea typeface="Inter Medium" panose="02000503000000020004" pitchFamily="2" charset="0"/>
          <a:cs typeface="Inter Medium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996C-11A2-F544-5251-C869B38D3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899E1-D0EC-2E8A-5ACB-BDDE4AF269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1616-F572-EC6E-05A4-4BB82A33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6BD0-74B8-BC43-AB5C-FACF61F58C39}" type="slidenum">
              <a:rPr lang="en-VN" smtClean="0"/>
              <a:pPr/>
              <a:t>1</a:t>
            </a:fld>
            <a:endParaRPr lang="en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49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F36D-9E32-9B1D-1328-87B3F9E5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DD5F-1A58-EAD3-9515-D2896DABB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A746F-794F-FF3F-774C-2EAE1AC7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6BD0-74B8-BC43-AB5C-FACF61F58C39}" type="slidenum">
              <a:rPr lang="en-VN" smtClean="0"/>
              <a:pPr/>
              <a:t>2</a:t>
            </a:fld>
            <a:endParaRPr lang="en-VN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92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Inter</vt:lpstr>
      <vt:lpstr>Inter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Ngoc Le</dc:creator>
  <cp:lastModifiedBy>Ngoc Le</cp:lastModifiedBy>
  <cp:revision>1</cp:revision>
  <dcterms:created xsi:type="dcterms:W3CDTF">2026-05-30T04:40:54Z</dcterms:created>
  <dcterms:modified xsi:type="dcterms:W3CDTF">2026-05-30T09:42:27Z</dcterms:modified>
</cp:coreProperties>
</file>